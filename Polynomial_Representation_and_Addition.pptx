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95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02C57"/>
                </a:solidFill>
              </a:defRPr>
            </a:pPr>
            <a:r>
              <a:t>Polynomials in Data Structures</a:t>
            </a:r>
          </a:p>
          <a:p>
            <a:pPr algn="ctr">
              <a:defRPr sz="2400">
                <a:solidFill>
                  <a:srgbClr val="35A2EB"/>
                </a:solidFill>
              </a:defRPr>
            </a:pPr>
            <a:r>
              <a:t>Representation and Addition Using 1-D Arrays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02C57"/>
                </a:solidFill>
              </a:defRPr>
            </a:pPr>
            <a:r>
              <a:t>What is a Polynomial?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02C57"/>
                </a:solidFill>
              </a:defRPr>
            </a:pPr>
            <a:r>
              <a:t>Definition:</a:t>
            </a:r>
          </a:p>
          <a:p>
            <a:pPr lvl="1">
              <a:defRPr sz="2000">
                <a:solidFill>
                  <a:srgbClr val="212121"/>
                </a:solidFill>
              </a:defRPr>
            </a:pPr>
            <a:r>
              <a:t>A polynomial is a mathematical expression consisting of variables, coefficients, and exponents.</a:t>
            </a:r>
          </a:p>
          <a:p>
            <a:pPr lvl="1">
              <a:defRPr sz="2000">
                <a:solidFill>
                  <a:srgbClr val="212121"/>
                </a:solidFill>
              </a:defRPr>
            </a:pPr>
            <a:r>
              <a:t>It is a finite sum of terms where each term has the form: coefficient * x^exponent</a:t>
            </a:r>
          </a:p>
          <a:p>
            <a:pPr>
              <a:defRPr sz="2400" b="1">
                <a:solidFill>
                  <a:srgbClr val="102C57"/>
                </a:solidFill>
              </a:defRPr>
            </a:pPr>
            <a:r>
              <a:t>General Form:</a:t>
            </a:r>
          </a:p>
          <a:p>
            <a:pPr lvl="1">
              <a:defRPr sz="2000">
                <a:solidFill>
                  <a:srgbClr val="212121"/>
                </a:solidFill>
              </a:defRPr>
            </a:pPr>
            <a:r>
              <a:t>P(x) = a_n*x^n + a_{n-1}*x^{n-1} + ... + a_1*x^1 + a_0*x^0</a:t>
            </a:r>
          </a:p>
          <a:p>
            <a:pPr>
              <a:defRPr sz="2400" b="1">
                <a:solidFill>
                  <a:srgbClr val="102C57"/>
                </a:solidFill>
              </a:defRPr>
            </a:pPr>
            <a:r>
              <a:t>Key Components:</a:t>
            </a:r>
          </a:p>
          <a:p>
            <a:pPr lvl="1">
              <a:defRPr sz="2000">
                <a:solidFill>
                  <a:srgbClr val="212121"/>
                </a:solidFill>
              </a:defRPr>
            </a:pPr>
            <a:r>
              <a:t>- Coefficient: The numerical multiplier of the variable.</a:t>
            </a:r>
          </a:p>
          <a:p>
            <a:pPr lvl="1">
              <a:defRPr sz="2000">
                <a:solidFill>
                  <a:srgbClr val="212121"/>
                </a:solidFill>
              </a:defRPr>
            </a:pPr>
            <a:r>
              <a:t>- Exponent / Power: The degree to which the variable is raised (must be a non-negative integer).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02C57"/>
                </a:solidFill>
              </a:defRPr>
            </a:pPr>
            <a:r>
              <a:t>Storing Polynomials in a 1-D Array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02C57"/>
                </a:solidFill>
              </a:defRPr>
            </a:pPr>
            <a:r>
              <a:t>Method: Degree as Index</a:t>
            </a:r>
          </a:p>
          <a:p>
            <a:pPr lvl="1">
              <a:defRPr sz="2000">
                <a:solidFill>
                  <a:srgbClr val="212121"/>
                </a:solidFill>
              </a:defRPr>
            </a:pPr>
            <a:r>
              <a:t>The most common way to store a single-variable polynomial in a 1-D array is to use the array index as the exponent.</a:t>
            </a:r>
          </a:p>
          <a:p>
            <a:pPr lvl="1">
              <a:defRPr sz="2000">
                <a:solidFill>
                  <a:srgbClr val="212121"/>
                </a:solidFill>
              </a:defRPr>
            </a:pPr>
            <a:r>
              <a:t>The value stored at that index represents the coefficient.</a:t>
            </a:r>
          </a:p>
          <a:p>
            <a:pPr>
              <a:defRPr sz="2400" b="1">
                <a:solidFill>
                  <a:srgbClr val="102C57"/>
                </a:solidFill>
              </a:defRPr>
            </a:pPr>
            <a:r>
              <a:t>Rule:</a:t>
            </a:r>
          </a:p>
          <a:p>
            <a:pPr lvl="1">
              <a:defRPr sz="2000">
                <a:solidFill>
                  <a:srgbClr val="212121"/>
                </a:solidFill>
              </a:defRPr>
            </a:pPr>
            <a:r>
              <a:t>Array[i] = Coefficient of x^i</a:t>
            </a:r>
          </a:p>
          <a:p>
            <a:pPr>
              <a:defRPr sz="2400" b="1">
                <a:solidFill>
                  <a:srgbClr val="102C57"/>
                </a:solidFill>
              </a:defRPr>
            </a:pPr>
            <a:r>
              <a:t>Array Size Requirement:</a:t>
            </a:r>
          </a:p>
          <a:p>
            <a:pPr lvl="1">
              <a:defRPr sz="2000">
                <a:solidFill>
                  <a:srgbClr val="212121"/>
                </a:solidFill>
              </a:defRPr>
            </a:pPr>
            <a:r>
              <a:t>Size = Maximum Degree of Polynomial + 1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02C57"/>
                </a:solidFill>
              </a:defRPr>
            </a:pPr>
            <a:r>
              <a:t>Example Representation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02C57"/>
                </a:solidFill>
              </a:defRPr>
            </a:pPr>
            <a:r>
              <a:t>Consider the Polynomial:</a:t>
            </a:r>
          </a:p>
          <a:p>
            <a:pPr lvl="1">
              <a:defRPr sz="2000">
                <a:solidFill>
                  <a:srgbClr val="212121"/>
                </a:solidFill>
              </a:defRPr>
            </a:pPr>
            <a:r>
              <a:t>P(x) = 5x^4 + 3x^2 + 7x + 2</a:t>
            </a:r>
          </a:p>
          <a:p>
            <a:pPr>
              <a:defRPr sz="2400" b="1">
                <a:solidFill>
                  <a:srgbClr val="102C57"/>
                </a:solidFill>
              </a:defRPr>
            </a:pPr>
            <a:r>
              <a:t>Mapping Table:</a:t>
            </a:r>
          </a:p>
          <a:p>
            <a:pPr lvl="1">
              <a:defRPr sz="2000">
                <a:solidFill>
                  <a:srgbClr val="212121"/>
                </a:solidFill>
              </a:defRPr>
            </a:pPr>
            <a:r>
              <a:t>- Exponent 4 -&gt; Coeff = 5  =&gt; Array[4] = 5</a:t>
            </a:r>
          </a:p>
          <a:p>
            <a:pPr lvl="1">
              <a:defRPr sz="2000">
                <a:solidFill>
                  <a:srgbClr val="212121"/>
                </a:solidFill>
              </a:defRPr>
            </a:pPr>
            <a:r>
              <a:t>- Exponent 3 -&gt; Coeff = 0  =&gt; Array[3] = 0 (Missing term)</a:t>
            </a:r>
          </a:p>
          <a:p>
            <a:pPr lvl="1">
              <a:defRPr sz="2000">
                <a:solidFill>
                  <a:srgbClr val="212121"/>
                </a:solidFill>
              </a:defRPr>
            </a:pPr>
            <a:r>
              <a:t>- Exponent 2 -&gt; Coeff = 3  =&gt; Array[2] = 3</a:t>
            </a:r>
          </a:p>
          <a:p>
            <a:pPr lvl="1">
              <a:defRPr sz="2000">
                <a:solidFill>
                  <a:srgbClr val="212121"/>
                </a:solidFill>
              </a:defRPr>
            </a:pPr>
            <a:r>
              <a:t>- Exponent 1 -&gt; Coeff = 7  =&gt; Array[1] = 7</a:t>
            </a:r>
          </a:p>
          <a:p>
            <a:pPr lvl="1">
              <a:defRPr sz="2000">
                <a:solidFill>
                  <a:srgbClr val="212121"/>
                </a:solidFill>
              </a:defRPr>
            </a:pPr>
            <a:r>
              <a:t>- Exponent 0 -&gt; Coeff = 2  =&gt; Array[0] = 2</a:t>
            </a:r>
          </a:p>
          <a:p>
            <a:pPr>
              <a:defRPr sz="2400" b="1">
                <a:solidFill>
                  <a:srgbClr val="102C57"/>
                </a:solidFill>
              </a:defRPr>
            </a:pPr>
            <a:r>
              <a:t>Visualizing the Array:</a:t>
            </a:r>
          </a:p>
          <a:p>
            <a:pPr lvl="1">
              <a:defRPr sz="2000">
                <a:solidFill>
                  <a:srgbClr val="212121"/>
                </a:solidFill>
              </a:defRPr>
            </a:pPr>
            <a:r>
              <a:t>Index:   [0]  [1]  [2]  [3]  [4]</a:t>
            </a:r>
          </a:p>
          <a:p>
            <a:pPr lvl="1">
              <a:defRPr sz="2000">
                <a:solidFill>
                  <a:srgbClr val="212121"/>
                </a:solidFill>
              </a:defRPr>
            </a:pPr>
            <a:r>
              <a:t>Content:  2    7    3    0   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02C57"/>
                </a:solidFill>
              </a:defRPr>
            </a:pPr>
            <a:r>
              <a:t>Algorithm for Polynomial Addition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02C57"/>
                </a:solidFill>
              </a:defRPr>
            </a:pPr>
            <a:r>
              <a:t>Steps:</a:t>
            </a:r>
          </a:p>
          <a:p>
            <a:pPr lvl="1">
              <a:defRPr sz="2000">
                <a:solidFill>
                  <a:srgbClr val="212121"/>
                </a:solidFill>
              </a:defRPr>
            </a:pPr>
            <a:r>
              <a:t>1. Find the maximum degree between both polynomials to determine the result size.</a:t>
            </a:r>
          </a:p>
          <a:p>
            <a:pPr lvl="1">
              <a:defRPr sz="2000">
                <a:solidFill>
                  <a:srgbClr val="212121"/>
                </a:solidFill>
              </a:defRPr>
            </a:pPr>
            <a:r>
              <a:t>2. Iterate through each index from 0 to max_degree.</a:t>
            </a:r>
          </a:p>
          <a:p>
            <a:pPr lvl="1">
              <a:defRPr sz="2000">
                <a:solidFill>
                  <a:srgbClr val="212121"/>
                </a:solidFill>
              </a:defRPr>
            </a:pPr>
            <a:r>
              <a:t>3. Add the corresponding coefficients of both arrays at index 'i'.</a:t>
            </a:r>
          </a:p>
          <a:p>
            <a:pPr lvl="1">
              <a:defRPr sz="2000">
                <a:solidFill>
                  <a:srgbClr val="212121"/>
                </a:solidFill>
              </a:defRPr>
            </a:pPr>
            <a:r>
              <a:t>4. Store the sum in the result array at index 'i'.</a:t>
            </a:r>
          </a:p>
          <a:p>
            <a:pPr>
              <a:defRPr sz="2400" b="1">
                <a:solidFill>
                  <a:srgbClr val="102C57"/>
                </a:solidFill>
              </a:defRPr>
            </a:pPr>
            <a:r>
              <a:t>Formula:</a:t>
            </a:r>
          </a:p>
          <a:p>
            <a:pPr lvl="1">
              <a:defRPr sz="2000">
                <a:solidFill>
                  <a:srgbClr val="212121"/>
                </a:solidFill>
              </a:defRPr>
            </a:pPr>
            <a:r>
              <a:t>Result[i] = Poly1[i] + Poly2[i]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FF42BB5-7A56-82FA-64A8-A026A1CC234B}"/>
              </a:ext>
            </a:extLst>
          </p:cNvPr>
          <p:cNvSpPr txBox="1"/>
          <p:nvPr/>
        </p:nvSpPr>
        <p:spPr>
          <a:xfrm>
            <a:off x="434715" y="417254"/>
            <a:ext cx="5366479" cy="5581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#include &lt;</a:t>
            </a:r>
            <a:r>
              <a:rPr lang="en-IN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stdio.h</a:t>
            </a:r>
            <a:r>
              <a:rPr lang="en-IN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&gt; </a:t>
            </a: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#define MAX_DEGREE 100 </a:t>
            </a: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// Function to print a polynomial beautifully</a:t>
            </a: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void </a:t>
            </a:r>
            <a:r>
              <a:rPr lang="en-IN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displayPolynomial</a:t>
            </a:r>
            <a:r>
              <a:rPr lang="en-IN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(int poly[], int degree) {</a:t>
            </a: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   int first = 1;</a:t>
            </a: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   for (int </a:t>
            </a:r>
            <a:r>
              <a:rPr lang="en-IN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i</a:t>
            </a:r>
            <a:r>
              <a:rPr lang="en-IN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= degree; </a:t>
            </a:r>
            <a:r>
              <a:rPr lang="en-IN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i</a:t>
            </a:r>
            <a:r>
              <a:rPr lang="en-IN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&gt;= 0; </a:t>
            </a:r>
            <a:r>
              <a:rPr lang="en-IN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i</a:t>
            </a:r>
            <a:r>
              <a:rPr lang="en-IN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--) {</a:t>
            </a: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       if (poly[</a:t>
            </a:r>
            <a:r>
              <a:rPr lang="en-IN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i</a:t>
            </a:r>
            <a:r>
              <a:rPr lang="en-IN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] != 0) {</a:t>
            </a: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           if (!first &amp;&amp; poly[</a:t>
            </a:r>
            <a:r>
              <a:rPr lang="en-IN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i</a:t>
            </a:r>
            <a:r>
              <a:rPr lang="en-IN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] &gt; 0) {</a:t>
            </a: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               </a:t>
            </a:r>
            <a:r>
              <a:rPr lang="en-IN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printf</a:t>
            </a:r>
            <a:r>
              <a:rPr lang="en-IN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(" + ");</a:t>
            </a: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           } else if (poly[</a:t>
            </a:r>
            <a:r>
              <a:rPr lang="en-IN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i</a:t>
            </a:r>
            <a:r>
              <a:rPr lang="en-IN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] &lt; 0) {</a:t>
            </a: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               </a:t>
            </a:r>
            <a:r>
              <a:rPr lang="en-IN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printf</a:t>
            </a:r>
            <a:r>
              <a:rPr lang="en-IN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(" - ");</a:t>
            </a: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           }            </a:t>
            </a: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           int </a:t>
            </a:r>
            <a:r>
              <a:rPr lang="en-IN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absoluteValue</a:t>
            </a:r>
            <a:r>
              <a:rPr lang="en-IN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= (poly[</a:t>
            </a:r>
            <a:r>
              <a:rPr lang="en-IN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i</a:t>
            </a:r>
            <a:r>
              <a:rPr lang="en-IN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] &lt; 0) ? -poly[</a:t>
            </a:r>
            <a:r>
              <a:rPr lang="en-IN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i</a:t>
            </a:r>
            <a:r>
              <a:rPr lang="en-IN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] : poly[</a:t>
            </a:r>
            <a:r>
              <a:rPr lang="en-IN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i</a:t>
            </a:r>
            <a:r>
              <a:rPr lang="en-IN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];            </a:t>
            </a: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B9871A-DD36-C4A4-F404-E422B5C3FBF3}"/>
              </a:ext>
            </a:extLst>
          </p:cNvPr>
          <p:cNvSpPr txBox="1"/>
          <p:nvPr/>
        </p:nvSpPr>
        <p:spPr>
          <a:xfrm>
            <a:off x="5921115" y="147431"/>
            <a:ext cx="6188439" cy="6822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}            </a:t>
            </a: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           int </a:t>
            </a:r>
            <a:r>
              <a:rPr lang="en-IN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absoluteValue</a:t>
            </a:r>
            <a:r>
              <a:rPr lang="en-IN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= (poly[</a:t>
            </a:r>
            <a:r>
              <a:rPr lang="en-IN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i</a:t>
            </a:r>
            <a:r>
              <a:rPr lang="en-IN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] &lt; 0) ? -poly[</a:t>
            </a:r>
            <a:r>
              <a:rPr lang="en-IN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i</a:t>
            </a:r>
            <a:r>
              <a:rPr lang="en-IN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] : poly[</a:t>
            </a:r>
            <a:r>
              <a:rPr lang="en-IN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i</a:t>
            </a:r>
            <a:r>
              <a:rPr lang="en-IN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];            </a:t>
            </a: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           if (</a:t>
            </a:r>
            <a:r>
              <a:rPr lang="en-IN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i</a:t>
            </a:r>
            <a:r>
              <a:rPr lang="en-IN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== 0) {</a:t>
            </a: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               </a:t>
            </a:r>
            <a:r>
              <a:rPr lang="en-IN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printf</a:t>
            </a:r>
            <a:r>
              <a:rPr lang="en-IN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("%d", </a:t>
            </a:r>
            <a:r>
              <a:rPr lang="en-IN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absoluteValue</a:t>
            </a:r>
            <a:r>
              <a:rPr lang="en-IN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);</a:t>
            </a: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           } else if (</a:t>
            </a:r>
            <a:r>
              <a:rPr lang="en-IN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i</a:t>
            </a:r>
            <a:r>
              <a:rPr lang="en-IN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== 1) {</a:t>
            </a: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               </a:t>
            </a:r>
            <a:r>
              <a:rPr lang="en-IN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printf</a:t>
            </a:r>
            <a:r>
              <a:rPr lang="en-IN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("%dx", </a:t>
            </a:r>
            <a:r>
              <a:rPr lang="en-IN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absoluteValue</a:t>
            </a:r>
            <a:r>
              <a:rPr lang="en-IN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);</a:t>
            </a: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           } else {</a:t>
            </a: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               </a:t>
            </a:r>
            <a:r>
              <a:rPr lang="en-IN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printf</a:t>
            </a:r>
            <a:r>
              <a:rPr lang="en-IN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("%dx^%d", </a:t>
            </a:r>
            <a:r>
              <a:rPr lang="en-IN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absoluteValue</a:t>
            </a:r>
            <a:r>
              <a:rPr lang="en-IN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IN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i</a:t>
            </a:r>
            <a:r>
              <a:rPr lang="en-IN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);</a:t>
            </a: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           }</a:t>
            </a: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           first = 0;</a:t>
            </a: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       }</a:t>
            </a: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   }</a:t>
            </a: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   if (first) {</a:t>
            </a: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       </a:t>
            </a:r>
            <a:r>
              <a:rPr lang="en-IN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printf</a:t>
            </a:r>
            <a:r>
              <a:rPr lang="en-IN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("0");</a:t>
            </a: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   }</a:t>
            </a: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   </a:t>
            </a:r>
            <a:r>
              <a:rPr lang="en-IN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printf</a:t>
            </a:r>
            <a:r>
              <a:rPr lang="en-IN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("\n");</a:t>
            </a: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}</a:t>
            </a: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20860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30014A-8FFC-D1CE-D345-6CBBE5ABFD49}"/>
              </a:ext>
            </a:extLst>
          </p:cNvPr>
          <p:cNvSpPr txBox="1"/>
          <p:nvPr/>
        </p:nvSpPr>
        <p:spPr>
          <a:xfrm>
            <a:off x="404736" y="64011"/>
            <a:ext cx="7555041" cy="6350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  <a:buNone/>
            </a:pPr>
            <a:endParaRPr lang="en-IN" sz="1800" kern="100" dirty="0">
              <a:effectLst/>
              <a:latin typeface="+mn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int main() {</a:t>
            </a: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   int poly1[MAX_DEGREE + 1] = {0};</a:t>
            </a: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   int poly2[MAX_DEGREE + 1] = {0};</a:t>
            </a: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   int </a:t>
            </a:r>
            <a:r>
              <a:rPr lang="en-IN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sumPoly</a:t>
            </a:r>
            <a:r>
              <a:rPr lang="en-IN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[MAX_DEGREE + 1] = {0};</a:t>
            </a: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   </a:t>
            </a: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   int deg1, deg2, </a:t>
            </a:r>
            <a:r>
              <a:rPr lang="en-IN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maxDegree</a:t>
            </a:r>
            <a:r>
              <a:rPr lang="en-IN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;</a:t>
            </a: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   // Input first polynomial</a:t>
            </a: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   </a:t>
            </a:r>
            <a:r>
              <a:rPr lang="en-IN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printf</a:t>
            </a:r>
            <a:r>
              <a:rPr lang="en-IN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("Enter the highest degree of the 1st polynomial: ");</a:t>
            </a: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   </a:t>
            </a:r>
            <a:r>
              <a:rPr lang="en-IN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scanf</a:t>
            </a:r>
            <a:r>
              <a:rPr lang="en-IN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("%d", &amp;deg1);</a:t>
            </a: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   for (int </a:t>
            </a:r>
            <a:r>
              <a:rPr lang="en-IN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i</a:t>
            </a:r>
            <a:r>
              <a:rPr lang="en-IN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= deg1; </a:t>
            </a:r>
            <a:r>
              <a:rPr lang="en-IN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i</a:t>
            </a:r>
            <a:r>
              <a:rPr lang="en-IN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&gt;= 0; </a:t>
            </a:r>
            <a:r>
              <a:rPr lang="en-IN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i</a:t>
            </a:r>
            <a:r>
              <a:rPr lang="en-IN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--) {</a:t>
            </a: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       </a:t>
            </a:r>
            <a:r>
              <a:rPr lang="en-IN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printf</a:t>
            </a:r>
            <a:r>
              <a:rPr lang="en-IN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("Enter coefficient for x^%d: ", </a:t>
            </a:r>
            <a:r>
              <a:rPr lang="en-IN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i</a:t>
            </a:r>
            <a:r>
              <a:rPr lang="en-IN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);</a:t>
            </a: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       </a:t>
            </a:r>
            <a:r>
              <a:rPr lang="en-IN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scanf</a:t>
            </a:r>
            <a:r>
              <a:rPr lang="en-IN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("%d", &amp;poly1[</a:t>
            </a:r>
            <a:r>
              <a:rPr lang="en-IN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i</a:t>
            </a:r>
            <a:r>
              <a:rPr lang="en-IN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]);</a:t>
            </a: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   }</a:t>
            </a: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endParaRPr lang="en-IN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06857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A7C9BA4-C0F4-7437-6354-83452BBC2C9C}"/>
              </a:ext>
            </a:extLst>
          </p:cNvPr>
          <p:cNvSpPr txBox="1"/>
          <p:nvPr/>
        </p:nvSpPr>
        <p:spPr>
          <a:xfrm>
            <a:off x="1217951" y="402530"/>
            <a:ext cx="6093500" cy="4965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// Input second polynomial</a:t>
            </a: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   </a:t>
            </a:r>
            <a:r>
              <a:rPr lang="en-IN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printf</a:t>
            </a:r>
            <a:r>
              <a:rPr lang="en-IN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("\</a:t>
            </a:r>
            <a:r>
              <a:rPr lang="en-IN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nEnter</a:t>
            </a:r>
            <a:r>
              <a:rPr lang="en-IN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the highest degree of the 2nd polynomial: ");</a:t>
            </a: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   </a:t>
            </a:r>
            <a:r>
              <a:rPr lang="en-IN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scanf</a:t>
            </a:r>
            <a:r>
              <a:rPr lang="en-IN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("%d", &amp;deg2);</a:t>
            </a: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   for (int </a:t>
            </a:r>
            <a:r>
              <a:rPr lang="en-IN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i</a:t>
            </a:r>
            <a:r>
              <a:rPr lang="en-IN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= deg2; </a:t>
            </a:r>
            <a:r>
              <a:rPr lang="en-IN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i</a:t>
            </a:r>
            <a:r>
              <a:rPr lang="en-IN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&gt;= 0; </a:t>
            </a:r>
            <a:r>
              <a:rPr lang="en-IN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i</a:t>
            </a:r>
            <a:r>
              <a:rPr lang="en-IN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--) {</a:t>
            </a: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       </a:t>
            </a:r>
            <a:r>
              <a:rPr lang="en-IN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printf</a:t>
            </a:r>
            <a:r>
              <a:rPr lang="en-IN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("Enter coefficient for x^%d: ", </a:t>
            </a:r>
            <a:r>
              <a:rPr lang="en-IN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i</a:t>
            </a:r>
            <a:r>
              <a:rPr lang="en-IN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);</a:t>
            </a: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       </a:t>
            </a:r>
            <a:r>
              <a:rPr lang="en-IN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scanf</a:t>
            </a:r>
            <a:r>
              <a:rPr lang="en-IN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("%d", &amp;poly2[</a:t>
            </a:r>
            <a:r>
              <a:rPr lang="en-IN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i</a:t>
            </a:r>
            <a:r>
              <a:rPr lang="en-IN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]);</a:t>
            </a: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   }</a:t>
            </a:r>
          </a:p>
          <a:p>
            <a:r>
              <a:rPr lang="en-IN" dirty="0"/>
              <a:t> // Determine the max degree for the loop</a:t>
            </a:r>
          </a:p>
          <a:p>
            <a:r>
              <a:rPr lang="en-IN" dirty="0"/>
              <a:t>    </a:t>
            </a:r>
            <a:r>
              <a:rPr lang="en-IN" dirty="0" err="1"/>
              <a:t>maxDegree</a:t>
            </a:r>
            <a:r>
              <a:rPr lang="en-IN" dirty="0"/>
              <a:t> = (deg1 &gt; deg2) ? deg1 : deg2;</a:t>
            </a:r>
          </a:p>
          <a:p>
            <a:r>
              <a:rPr lang="en-IN" dirty="0"/>
              <a:t> </a:t>
            </a:r>
          </a:p>
          <a:p>
            <a:r>
              <a:rPr lang="en-IN" dirty="0"/>
              <a:t>    // Polynomial Addition Rule: Result[</a:t>
            </a:r>
            <a:r>
              <a:rPr lang="en-IN" dirty="0" err="1"/>
              <a:t>i</a:t>
            </a:r>
            <a:r>
              <a:rPr lang="en-IN" dirty="0"/>
              <a:t>] = Poly1[</a:t>
            </a:r>
            <a:r>
              <a:rPr lang="en-IN" dirty="0" err="1"/>
              <a:t>i</a:t>
            </a:r>
            <a:r>
              <a:rPr lang="en-IN" dirty="0"/>
              <a:t>] + Poly2[</a:t>
            </a:r>
            <a:r>
              <a:rPr lang="en-IN" dirty="0" err="1"/>
              <a:t>i</a:t>
            </a:r>
            <a:r>
              <a:rPr lang="en-IN" dirty="0"/>
              <a:t>]</a:t>
            </a:r>
          </a:p>
          <a:p>
            <a:r>
              <a:rPr lang="en-IN" dirty="0"/>
              <a:t>    for (int </a:t>
            </a:r>
            <a:r>
              <a:rPr lang="en-IN" dirty="0" err="1"/>
              <a:t>i</a:t>
            </a:r>
            <a:r>
              <a:rPr lang="en-IN" dirty="0"/>
              <a:t> = 0; </a:t>
            </a:r>
            <a:r>
              <a:rPr lang="en-IN" dirty="0" err="1"/>
              <a:t>i</a:t>
            </a:r>
            <a:r>
              <a:rPr lang="en-IN" dirty="0"/>
              <a:t> &lt;= </a:t>
            </a:r>
            <a:r>
              <a:rPr lang="en-IN" dirty="0" err="1"/>
              <a:t>maxDegree</a:t>
            </a:r>
            <a:r>
              <a:rPr lang="en-IN" dirty="0"/>
              <a:t>; </a:t>
            </a:r>
            <a:r>
              <a:rPr lang="en-IN" dirty="0" err="1"/>
              <a:t>i</a:t>
            </a:r>
            <a:r>
              <a:rPr lang="en-IN" dirty="0"/>
              <a:t>++) {</a:t>
            </a:r>
          </a:p>
          <a:p>
            <a:r>
              <a:rPr lang="en-IN" dirty="0"/>
              <a:t>        </a:t>
            </a:r>
            <a:r>
              <a:rPr lang="en-IN" dirty="0" err="1"/>
              <a:t>sumPoly</a:t>
            </a:r>
            <a:r>
              <a:rPr lang="en-IN" dirty="0"/>
              <a:t>[</a:t>
            </a:r>
            <a:r>
              <a:rPr lang="en-IN" dirty="0" err="1"/>
              <a:t>i</a:t>
            </a:r>
            <a:r>
              <a:rPr lang="en-IN" dirty="0"/>
              <a:t>] = poly1[</a:t>
            </a:r>
            <a:r>
              <a:rPr lang="en-IN" dirty="0" err="1"/>
              <a:t>i</a:t>
            </a:r>
            <a:r>
              <a:rPr lang="en-IN" dirty="0"/>
              <a:t>] + poly2[</a:t>
            </a:r>
            <a:r>
              <a:rPr lang="en-IN" dirty="0" err="1"/>
              <a:t>i</a:t>
            </a:r>
            <a:r>
              <a:rPr lang="en-IN" dirty="0"/>
              <a:t>];</a:t>
            </a:r>
          </a:p>
          <a:p>
            <a:r>
              <a:rPr lang="en-IN" dirty="0"/>
              <a:t>    }</a:t>
            </a:r>
            <a:endParaRPr lang="en-IN" sz="1800" kern="100" dirty="0">
              <a:effectLst/>
              <a:latin typeface="+mn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388187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5E226BB-05AC-C567-88C2-E524B47A90E3}"/>
              </a:ext>
            </a:extLst>
          </p:cNvPr>
          <p:cNvSpPr txBox="1"/>
          <p:nvPr/>
        </p:nvSpPr>
        <p:spPr>
          <a:xfrm>
            <a:off x="1382843" y="744060"/>
            <a:ext cx="6093500" cy="4073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// Display outputs</a:t>
            </a: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   </a:t>
            </a:r>
            <a:r>
              <a:rPr lang="en-IN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printf</a:t>
            </a:r>
            <a:r>
              <a:rPr lang="en-IN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("\n--- Results ---\n");</a:t>
            </a: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   </a:t>
            </a:r>
            <a:r>
              <a:rPr lang="en-IN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printf</a:t>
            </a:r>
            <a:r>
              <a:rPr lang="en-IN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("1st Polynomial: ");</a:t>
            </a: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   </a:t>
            </a:r>
            <a:r>
              <a:rPr lang="en-IN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displayPolynomial</a:t>
            </a:r>
            <a:r>
              <a:rPr lang="en-IN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(poly1, deg1);</a:t>
            </a: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   </a:t>
            </a: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   </a:t>
            </a:r>
            <a:r>
              <a:rPr lang="en-IN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printf</a:t>
            </a:r>
            <a:r>
              <a:rPr lang="en-IN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("2nd Polynomial: ");</a:t>
            </a: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   </a:t>
            </a:r>
            <a:r>
              <a:rPr lang="en-IN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displayPolynomial</a:t>
            </a:r>
            <a:r>
              <a:rPr lang="en-IN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(poly2, deg2);</a:t>
            </a: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   </a:t>
            </a: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   </a:t>
            </a:r>
            <a:r>
              <a:rPr lang="en-IN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printf</a:t>
            </a:r>
            <a:r>
              <a:rPr lang="en-IN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("Sum Polynomial: ");</a:t>
            </a: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   </a:t>
            </a:r>
            <a:r>
              <a:rPr lang="en-IN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displayPolynomial</a:t>
            </a:r>
            <a:r>
              <a:rPr lang="en-IN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(</a:t>
            </a:r>
            <a:r>
              <a:rPr lang="en-IN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sumPoly</a:t>
            </a:r>
            <a:r>
              <a:rPr lang="en-IN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IN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maxDegree</a:t>
            </a:r>
            <a:r>
              <a:rPr lang="en-IN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);</a:t>
            </a: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   return 0;</a:t>
            </a: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76295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950</Words>
  <Application>Microsoft Office PowerPoint</Application>
  <PresentationFormat>Custom</PresentationFormat>
  <Paragraphs>114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Dell</cp:lastModifiedBy>
  <cp:revision>2</cp:revision>
  <dcterms:created xsi:type="dcterms:W3CDTF">2013-01-27T09:14:16Z</dcterms:created>
  <dcterms:modified xsi:type="dcterms:W3CDTF">2026-09-29T04:43:20Z</dcterms:modified>
  <cp:category/>
</cp:coreProperties>
</file>